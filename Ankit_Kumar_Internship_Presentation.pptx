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1520" y="1828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BE9119"/>
                </a:solidFill>
                <a:latin typeface="Aptos"/>
              </a:rPr>
              <a:t>INTERNSHIP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F2B5E"/>
                </a:solidFill>
                <a:latin typeface="Aptos"/>
              </a:rPr>
              <a:t>Game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2D2D32"/>
                </a:solidFill>
                <a:latin typeface="Aptos"/>
              </a:rPr>
              <a:t>Fruit Merge – Melon Maker and Ball Sort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977639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dirty="0">
                <a:solidFill>
                  <a:srgbClr val="BE9119"/>
                </a:solidFill>
                <a:latin typeface="Aptos"/>
              </a:rPr>
              <a:t>STUDENT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3959352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rgbClr val="2D2D32"/>
                </a:solidFill>
                <a:latin typeface="Aptos"/>
              </a:rPr>
              <a:t>Ankit Kumar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16552"/>
            <a:ext cx="68961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IN" sz="900" b="1" dirty="0">
                <a:solidFill>
                  <a:srgbClr val="BE9119"/>
                </a:solidFill>
                <a:latin typeface="Aptos"/>
              </a:rPr>
              <a:t>ROLL NO.</a:t>
            </a:r>
            <a:endParaRPr sz="900" b="1" dirty="0">
              <a:solidFill>
                <a:srgbClr val="BE9119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4600" y="4398264"/>
            <a:ext cx="93807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IN" sz="1100" dirty="0">
                <a:solidFill>
                  <a:srgbClr val="2D2D32"/>
                </a:solidFill>
                <a:latin typeface="Aptos"/>
              </a:rPr>
              <a:t>CS-2341524</a:t>
            </a:r>
            <a:endParaRPr sz="1100" b="0" dirty="0">
              <a:solidFill>
                <a:srgbClr val="2D2D32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4855464"/>
            <a:ext cx="58702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IN" sz="900" b="1" dirty="0">
                <a:solidFill>
                  <a:srgbClr val="BE9119"/>
                </a:solidFill>
                <a:latin typeface="Aptos"/>
              </a:rPr>
              <a:t>Section</a:t>
            </a:r>
            <a:endParaRPr sz="900" b="1" dirty="0">
              <a:solidFill>
                <a:srgbClr val="BE9119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14600" y="4837176"/>
            <a:ext cx="59182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IN" sz="1100" dirty="0">
                <a:solidFill>
                  <a:srgbClr val="2D2D32"/>
                </a:solidFill>
                <a:latin typeface="Aptos"/>
              </a:rPr>
              <a:t>4CSE8</a:t>
            </a:r>
            <a:endParaRPr lang="en-IN" sz="1100" b="0" dirty="0">
              <a:solidFill>
                <a:srgbClr val="2D2D32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5294376"/>
            <a:ext cx="93326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IN" sz="900" b="1" dirty="0">
                <a:solidFill>
                  <a:srgbClr val="BE9119"/>
                </a:solidFill>
                <a:latin typeface="Aptos"/>
              </a:rPr>
              <a:t>DESIGNATION</a:t>
            </a:r>
            <a:endParaRPr sz="900" b="1" dirty="0">
              <a:solidFill>
                <a:srgbClr val="BE9119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514600" y="5276088"/>
            <a:ext cx="159210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IN" sz="1100" b="0" dirty="0">
                <a:solidFill>
                  <a:srgbClr val="2D2D32"/>
                </a:solidFill>
                <a:latin typeface="Aptos"/>
              </a:rPr>
              <a:t>Game Developer Intern</a:t>
            </a:r>
            <a:endParaRPr sz="1100" b="0" dirty="0">
              <a:solidFill>
                <a:srgbClr val="2D2D32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1520" y="6172200"/>
            <a:ext cx="180850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dirty="0" err="1">
                <a:solidFill>
                  <a:srgbClr val="64646C"/>
                </a:solidFill>
                <a:latin typeface="Aptos"/>
              </a:rPr>
              <a:t>B.Tech</a:t>
            </a:r>
            <a:r>
              <a:rPr sz="1000" b="0" dirty="0">
                <a:solidFill>
                  <a:srgbClr val="64646C"/>
                </a:solidFill>
                <a:latin typeface="Aptos"/>
              </a:rPr>
              <a:t> CSE  •  Batch 202</a:t>
            </a:r>
            <a:r>
              <a:rPr lang="en-IN" sz="1000" b="0" dirty="0">
                <a:solidFill>
                  <a:srgbClr val="64646C"/>
                </a:solidFill>
                <a:latin typeface="Aptos"/>
              </a:rPr>
              <a:t>3</a:t>
            </a:r>
            <a:r>
              <a:rPr sz="1000" b="0" dirty="0">
                <a:solidFill>
                  <a:srgbClr val="64646C"/>
                </a:solidFill>
                <a:latin typeface="Aptos"/>
              </a:rPr>
              <a:t>–27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4646C"/>
                </a:solidFill>
                <a:latin typeface="Aptos"/>
              </a:rPr>
              <a:t>1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FCCE8B0-8031-E84B-ACCA-7F3E1AD13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1611" y="228600"/>
            <a:ext cx="2590800" cy="7715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7A41C"/>
                </a:solidFill>
                <a:latin typeface="Aptos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F2B5E"/>
                </a:solidFill>
                <a:latin typeface="Aptos"/>
              </a:rPr>
              <a:t>Agenda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035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77240" y="1828800"/>
            <a:ext cx="438912" cy="438912"/>
          </a:xfrm>
          <a:prstGeom prst="ellipse">
            <a:avLst/>
          </a:prstGeom>
          <a:solidFill>
            <a:srgbClr val="1F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901952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7A41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74519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B5E"/>
                </a:solidFill>
                <a:latin typeface="Aptos"/>
              </a:rPr>
              <a:t>Internship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77440"/>
            <a:ext cx="4069079" cy="137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864"/>
                </a:solidFill>
                <a:latin typeface="Aptos"/>
              </a:rPr>
              <a:t>Role, organization &amp; project focus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79" y="1600200"/>
            <a:ext cx="53035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583679" y="1828800"/>
            <a:ext cx="438912" cy="438912"/>
          </a:xfrm>
          <a:prstGeom prst="ellipse">
            <a:avLst/>
          </a:prstGeom>
          <a:solidFill>
            <a:srgbClr val="1F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79" y="1901952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7A41C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874519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B5E"/>
                </a:solidFill>
                <a:latin typeface="Aptos"/>
              </a:rPr>
              <a:t>Project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377440"/>
            <a:ext cx="4069079" cy="137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864"/>
                </a:solidFill>
                <a:latin typeface="Aptos"/>
              </a:rPr>
              <a:t>Fruit Merge – Melon Maker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17520"/>
            <a:ext cx="53035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77240" y="3246120"/>
            <a:ext cx="438912" cy="438912"/>
          </a:xfrm>
          <a:prstGeom prst="ellipse">
            <a:avLst/>
          </a:prstGeom>
          <a:solidFill>
            <a:srgbClr val="1F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319272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7A41C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91839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B5E"/>
                </a:solidFill>
                <a:latin typeface="Aptos"/>
              </a:rPr>
              <a:t>Project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794759"/>
            <a:ext cx="4069079" cy="137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864"/>
                </a:solidFill>
                <a:latin typeface="Aptos"/>
              </a:rPr>
              <a:t>Ball Sort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79" y="3017520"/>
            <a:ext cx="53035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583679" y="3246120"/>
            <a:ext cx="438912" cy="438912"/>
          </a:xfrm>
          <a:prstGeom prst="ellipse">
            <a:avLst/>
          </a:prstGeom>
          <a:solidFill>
            <a:srgbClr val="1F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79" y="3319272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7A41C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291839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B5E"/>
                </a:solidFill>
                <a:latin typeface="Aptos"/>
              </a:rPr>
              <a:t>Technologies &amp;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794759"/>
            <a:ext cx="4069079" cy="137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864"/>
                </a:solidFill>
                <a:latin typeface="Aptos"/>
              </a:rPr>
              <a:t>Game engine, logic &amp; assets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434840"/>
            <a:ext cx="53035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77240" y="4663440"/>
            <a:ext cx="438912" cy="438912"/>
          </a:xfrm>
          <a:prstGeom prst="ellipse">
            <a:avLst/>
          </a:prstGeom>
          <a:solidFill>
            <a:srgbClr val="1F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4736592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7A41C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709159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B5E"/>
                </a:solidFill>
                <a:latin typeface="Aptos"/>
              </a:rPr>
              <a:t>Testing &amp; Learning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212079"/>
            <a:ext cx="4069079" cy="137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864"/>
                </a:solidFill>
                <a:latin typeface="Aptos"/>
              </a:rPr>
              <a:t>Debugging, skills &amp; outcomes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79" y="4434840"/>
            <a:ext cx="53035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583679" y="4663440"/>
            <a:ext cx="438912" cy="438912"/>
          </a:xfrm>
          <a:prstGeom prst="ellipse">
            <a:avLst/>
          </a:prstGeom>
          <a:solidFill>
            <a:srgbClr val="1F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3679" y="4736592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7A41C"/>
                </a:solidFill>
                <a:latin typeface="Apto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4709159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B5E"/>
                </a:solidFill>
                <a:latin typeface="Aptos"/>
              </a:rPr>
              <a:t>Conclusion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5212079"/>
            <a:ext cx="4069079" cy="137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864"/>
                </a:solidFill>
                <a:latin typeface="Aptos"/>
              </a:rPr>
              <a:t>Key takeaways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67160" y="6510528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864"/>
                </a:solidFill>
                <a:latin typeface="Aptos"/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4646C"/>
                </a:solidFill>
                <a:latin typeface="Aptos"/>
              </a:rPr>
              <a:t>2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96E24F4F-2B43-56CA-82E8-0E8E09FE5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1611" y="228600"/>
            <a:ext cx="2590800" cy="7715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7A41C"/>
                </a:solidFill>
                <a:latin typeface="Aptos"/>
              </a:rPr>
              <a:t>SECTION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F2B5E"/>
                </a:solidFill>
                <a:latin typeface="Aptos"/>
              </a:rPr>
              <a:t>Internship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2B5E"/>
                </a:solidFill>
                <a:latin typeface="Aptos"/>
              </a:rPr>
              <a:t>IBRA Digital Branding Services Pvt. Ltd.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476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7A41C"/>
                </a:solidFill>
                <a:latin typeface="Aptos"/>
              </a:rPr>
              <a:t>Game Development Department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5486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555864"/>
                </a:solidFill>
                <a:latin typeface="Aptos"/>
              </a:defRPr>
            </a:pPr>
            <a:r>
              <a:rPr>
                <a:solidFill>
                  <a:srgbClr val="2D2D32"/>
                </a:solidFill>
                <a:latin typeface="Aptos"/>
              </a:rPr>
              <a:t>• Designation: Game Developer Intern</a:t>
            </a:r>
          </a:p>
          <a:p>
            <a:pPr>
              <a:spcAft>
                <a:spcPts val="900"/>
              </a:spcAft>
              <a:defRPr sz="1500">
                <a:solidFill>
                  <a:srgbClr val="555864"/>
                </a:solidFill>
                <a:latin typeface="Aptos"/>
              </a:defRPr>
            </a:pPr>
            <a:r>
              <a:rPr>
                <a:solidFill>
                  <a:srgbClr val="2D2D32"/>
                </a:solidFill>
                <a:latin typeface="Aptos"/>
              </a:rPr>
              <a:t>• Internship duration: 15 April 2026 – 15 August 2026</a:t>
            </a:r>
          </a:p>
          <a:p>
            <a:pPr>
              <a:spcAft>
                <a:spcPts val="900"/>
              </a:spcAft>
              <a:defRPr sz="1500">
                <a:solidFill>
                  <a:srgbClr val="555864"/>
                </a:solidFill>
                <a:latin typeface="Aptos"/>
              </a:defRPr>
            </a:pPr>
            <a:r>
              <a:rPr>
                <a:solidFill>
                  <a:srgbClr val="2D2D32"/>
                </a:solidFill>
                <a:latin typeface="Aptos"/>
              </a:rPr>
              <a:t>• Primary focus: mobile game development for Android platforms</a:t>
            </a:r>
          </a:p>
          <a:p>
            <a:pPr>
              <a:spcAft>
                <a:spcPts val="900"/>
              </a:spcAft>
              <a:defRPr sz="1500">
                <a:solidFill>
                  <a:srgbClr val="555864"/>
                </a:solidFill>
                <a:latin typeface="Aptos"/>
              </a:defRPr>
            </a:pPr>
            <a:r>
              <a:rPr>
                <a:solidFill>
                  <a:srgbClr val="2D2D32"/>
                </a:solidFill>
                <a:latin typeface="Aptos"/>
              </a:rPr>
              <a:t>• Responsibilities included game functionality, testing and debugging</a:t>
            </a:r>
          </a:p>
          <a:p>
            <a:pPr>
              <a:spcAft>
                <a:spcPts val="900"/>
              </a:spcAft>
              <a:defRPr sz="1500">
                <a:solidFill>
                  <a:srgbClr val="555864"/>
                </a:solidFill>
                <a:latin typeface="Aptos"/>
              </a:defRPr>
            </a:pPr>
            <a:r>
              <a:rPr>
                <a:solidFill>
                  <a:srgbClr val="2D2D32"/>
                </a:solidFill>
                <a:latin typeface="Aptos"/>
              </a:rPr>
              <a:t>• Worked toward Play-Store-ready builds for publication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67160" y="6510528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864"/>
                </a:solidFill>
                <a:latin typeface="Aptos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4646C"/>
                </a:solidFill>
                <a:latin typeface="Aptos"/>
              </a:rPr>
              <a:t>3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351FDB-D799-6204-7368-1E8347659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1611" y="228600"/>
            <a:ext cx="2590800" cy="7715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7A41C"/>
                </a:solidFill>
                <a:latin typeface="Aptos"/>
              </a:rPr>
              <a:t>SECTION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F2B5E"/>
                </a:solidFill>
                <a:latin typeface="Aptos"/>
              </a:rPr>
              <a:t>Project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534924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" y="1737360"/>
            <a:ext cx="438912" cy="438912"/>
          </a:xfrm>
          <a:prstGeom prst="ellipse">
            <a:avLst/>
          </a:prstGeom>
          <a:solidFill>
            <a:srgbClr val="1F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10512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7A41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783080"/>
            <a:ext cx="42519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B5E"/>
                </a:solidFill>
                <a:latin typeface="Aptos"/>
              </a:rPr>
              <a:t>Project 1 – Fruit Merge – Melon Maker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286000"/>
            <a:ext cx="4114799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864"/>
                </a:solidFill>
                <a:latin typeface="Aptos"/>
              </a:rPr>
              <a:t>A mobile puzzle game based on dropping fruits into a confined play area and merging matching fruits. The project combines physics, collision events, scoring, add-ons, audio and game-over 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534924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92240" y="1737360"/>
            <a:ext cx="438912" cy="438912"/>
          </a:xfrm>
          <a:prstGeom prst="ellipse">
            <a:avLst/>
          </a:prstGeom>
          <a:solidFill>
            <a:srgbClr val="1F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810512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7A41C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783080"/>
            <a:ext cx="42519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B5E"/>
                </a:solidFill>
                <a:latin typeface="Aptos"/>
              </a:rPr>
              <a:t>Project 2 – Ball Sort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286000"/>
            <a:ext cx="4114799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864"/>
                </a:solidFill>
                <a:latin typeface="Aptos"/>
              </a:rPr>
              <a:t>A mobile sorting puzzle in which colored balls are moved between cups. The project includes gameplay states, move and time tracking, level progression, pause/reset flows and leaderboard-related screens.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67160" y="6510528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864"/>
                </a:solidFill>
                <a:latin typeface="Aptos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4646C"/>
                </a:solidFill>
                <a:latin typeface="Aptos"/>
              </a:rPr>
              <a:t>4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3B149F7-A474-30B5-D2DA-A697B31F3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1611" y="228600"/>
            <a:ext cx="2590800" cy="7715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7A41C"/>
                </a:solidFill>
                <a:latin typeface="Aptos"/>
              </a:rPr>
              <a:t>SECTION 03 · PROJECT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F2B5E"/>
                </a:solidFill>
                <a:latin typeface="Aptos"/>
              </a:rPr>
              <a:t>Fruit Merge – Problem &amp;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6304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B5E"/>
                </a:solidFill>
                <a:latin typeface="Aptos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864"/>
                </a:solidFill>
                <a:latin typeface="Aptos"/>
              </a:rPr>
              <a:t>The game needs to coordinate player input, fruit movement, physics-based collisions, fruit progression, score updates and game-over handling inside a compact mobile play area.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9164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555864"/>
                </a:solidFill>
                <a:latin typeface="Aptos"/>
              </a:defRPr>
            </a:pPr>
            <a:r>
              <a:rPr>
                <a:solidFill>
                  <a:srgbClr val="2D2D32"/>
                </a:solidFill>
                <a:latin typeface="Aptos"/>
              </a:rPr>
              <a:t>• Aim and drop fruits into the play area</a:t>
            </a:r>
          </a:p>
          <a:p>
            <a:pPr>
              <a:spcAft>
                <a:spcPts val="900"/>
              </a:spcAft>
              <a:defRPr sz="1500">
                <a:solidFill>
                  <a:srgbClr val="555864"/>
                </a:solidFill>
                <a:latin typeface="Aptos"/>
              </a:defRPr>
            </a:pPr>
            <a:r>
              <a:rPr>
                <a:solidFill>
                  <a:srgbClr val="2D2D32"/>
                </a:solidFill>
                <a:latin typeface="Aptos"/>
              </a:rPr>
              <a:t>• Merge matching fruits through collision events</a:t>
            </a:r>
          </a:p>
          <a:p>
            <a:pPr>
              <a:spcAft>
                <a:spcPts val="900"/>
              </a:spcAft>
              <a:defRPr sz="1500">
                <a:solidFill>
                  <a:srgbClr val="555864"/>
                </a:solidFill>
                <a:latin typeface="Aptos"/>
              </a:defRPr>
            </a:pPr>
            <a:r>
              <a:rPr>
                <a:solidFill>
                  <a:srgbClr val="2D2D32"/>
                </a:solidFill>
                <a:latin typeface="Aptos"/>
              </a:rPr>
              <a:t>• Progress through Fruit0–Fruit9 stages</a:t>
            </a:r>
          </a:p>
          <a:p>
            <a:pPr>
              <a:spcAft>
                <a:spcPts val="900"/>
              </a:spcAft>
              <a:defRPr sz="1500">
                <a:solidFill>
                  <a:srgbClr val="555864"/>
                </a:solidFill>
                <a:latin typeface="Aptos"/>
              </a:defRPr>
            </a:pPr>
            <a:r>
              <a:rPr>
                <a:solidFill>
                  <a:srgbClr val="2D2D32"/>
                </a:solidFill>
                <a:latin typeface="Aptos"/>
              </a:rPr>
              <a:t>• Update score and provide feedback</a:t>
            </a:r>
          </a:p>
          <a:p>
            <a:pPr>
              <a:spcAft>
                <a:spcPts val="900"/>
              </a:spcAft>
              <a:defRPr sz="1500">
                <a:solidFill>
                  <a:srgbClr val="555864"/>
                </a:solidFill>
                <a:latin typeface="Aptos"/>
              </a:defRPr>
            </a:pPr>
            <a:r>
              <a:rPr>
                <a:solidFill>
                  <a:srgbClr val="2D2D32"/>
                </a:solidFill>
                <a:latin typeface="Aptos"/>
              </a:rPr>
              <a:t>• Provide swap/blast gameplay aids</a:t>
            </a:r>
          </a:p>
          <a:p>
            <a:pPr>
              <a:spcAft>
                <a:spcPts val="900"/>
              </a:spcAft>
              <a:defRPr sz="1500">
                <a:solidFill>
                  <a:srgbClr val="555864"/>
                </a:solidFill>
                <a:latin typeface="Aptos"/>
              </a:defRPr>
            </a:pPr>
            <a:r>
              <a:rPr>
                <a:solidFill>
                  <a:srgbClr val="2D2D32"/>
                </a:solidFill>
                <a:latin typeface="Aptos"/>
              </a:rPr>
              <a:t>• Handle game-over and Play Again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10528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864"/>
                </a:solidFill>
                <a:latin typeface="Aptos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4646C"/>
                </a:solidFill>
                <a:latin typeface="Aptos"/>
              </a:rPr>
              <a:t>5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A09C2F-A5A2-2399-4C9D-D10A715F4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1611" y="228600"/>
            <a:ext cx="2590800" cy="7715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7A41C"/>
                </a:solidFill>
                <a:latin typeface="Aptos"/>
              </a:rPr>
              <a:t>SECTION 03 · PROJECT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F2B5E"/>
                </a:solidFill>
                <a:latin typeface="Aptos"/>
              </a:rPr>
              <a:t>Fruit Merge – Architecture &amp; Technology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16916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B5E"/>
                </a:solidFill>
                <a:latin typeface="Aptos"/>
              </a:rPr>
              <a:t>Player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864"/>
                </a:solidFill>
                <a:latin typeface="Aptos"/>
              </a:rPr>
              <a:t>Aim / drop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03704" y="192024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D7A41C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1508760"/>
            <a:ext cx="16916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0" y="178308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B5E"/>
                </a:solidFill>
                <a:latin typeface="Aptos"/>
              </a:rPr>
              <a:t>Fruit Physics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28600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864"/>
                </a:solidFill>
                <a:latin typeface="Aptos"/>
              </a:rPr>
              <a:t>Physics2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23944" y="192024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D7A41C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508760"/>
            <a:ext cx="16916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178308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B5E"/>
                </a:solidFill>
                <a:latin typeface="Aptos"/>
              </a:rPr>
              <a:t>Collision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28600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864"/>
                </a:solidFill>
                <a:latin typeface="Aptos"/>
              </a:rPr>
              <a:t>Matching fruits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44184" y="192024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D7A41C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508760"/>
            <a:ext cx="16916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178308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B5E"/>
                </a:solidFill>
                <a:latin typeface="Aptos"/>
              </a:rPr>
              <a:t>Progression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28600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864"/>
                </a:solidFill>
                <a:latin typeface="Aptos"/>
              </a:rPr>
              <a:t>Next fruit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64424" y="192024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D7A41C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1508760"/>
            <a:ext cx="16916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0" y="178308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B5E"/>
                </a:solidFill>
                <a:latin typeface="Aptos"/>
              </a:rPr>
              <a:t>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28600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864"/>
                </a:solidFill>
                <a:latin typeface="Aptos"/>
              </a:rPr>
              <a:t>Update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84664" y="192024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D7A41C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04120" y="1508760"/>
            <a:ext cx="16916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424160" y="178308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B5E"/>
                </a:solidFill>
                <a:latin typeface="Aptos"/>
              </a:rPr>
              <a:t>End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228600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864"/>
                </a:solidFill>
                <a:latin typeface="Aptos"/>
              </a:rPr>
              <a:t>Game Over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337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2B5E"/>
                </a:solidFill>
                <a:latin typeface="Aptos"/>
              </a:rPr>
              <a:t>Key project components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749039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555864"/>
                </a:solidFill>
                <a:latin typeface="Aptos"/>
              </a:defRPr>
            </a:pPr>
            <a:r>
              <a:rPr>
                <a:solidFill>
                  <a:srgbClr val="2D2D32"/>
                </a:solidFill>
                <a:latin typeface="Aptos"/>
              </a:rPr>
              <a:t>• Main, Game and End layouts</a:t>
            </a:r>
          </a:p>
          <a:p>
            <a:pPr>
              <a:spcAft>
                <a:spcPts val="900"/>
              </a:spcAft>
              <a:defRPr sz="1300">
                <a:solidFill>
                  <a:srgbClr val="555864"/>
                </a:solidFill>
                <a:latin typeface="Aptos"/>
              </a:defRPr>
            </a:pPr>
            <a:r>
              <a:rPr>
                <a:solidFill>
                  <a:srgbClr val="2D2D32"/>
                </a:solidFill>
                <a:latin typeface="Aptos"/>
              </a:rPr>
              <a:t>• Physics2, Bounce and CrazyGames Ad API extensions</a:t>
            </a:r>
          </a:p>
          <a:p>
            <a:pPr>
              <a:spcAft>
                <a:spcPts val="900"/>
              </a:spcAft>
              <a:defRPr sz="1300">
                <a:solidFill>
                  <a:srgbClr val="555864"/>
                </a:solidFill>
                <a:latin typeface="Aptos"/>
              </a:defRPr>
            </a:pPr>
            <a:r>
              <a:rPr>
                <a:solidFill>
                  <a:srgbClr val="2D2D32"/>
                </a:solidFill>
                <a:latin typeface="Aptos"/>
              </a:rPr>
              <a:t>• Fruit0–Fruit9 objects with scale progression</a:t>
            </a:r>
          </a:p>
          <a:p>
            <a:pPr>
              <a:spcAft>
                <a:spcPts val="900"/>
              </a:spcAft>
              <a:defRPr sz="1300">
                <a:solidFill>
                  <a:srgbClr val="555864"/>
                </a:solidFill>
                <a:latin typeface="Aptos"/>
              </a:defRPr>
            </a:pPr>
            <a:r>
              <a:rPr>
                <a:solidFill>
                  <a:srgbClr val="2D2D32"/>
                </a:solidFill>
                <a:latin typeface="Aptos"/>
              </a:rPr>
              <a:t>• Scene score variable and formatted score display</a:t>
            </a:r>
          </a:p>
          <a:p>
            <a:pPr>
              <a:spcAft>
                <a:spcPts val="900"/>
              </a:spcAft>
              <a:defRPr sz="1300">
                <a:solidFill>
                  <a:srgbClr val="555864"/>
                </a:solidFill>
                <a:latin typeface="Aptos"/>
              </a:defRPr>
            </a:pPr>
            <a:r>
              <a:rPr>
                <a:solidFill>
                  <a:srgbClr val="2D2D32"/>
                </a:solidFill>
                <a:latin typeface="Aptos"/>
              </a:rPr>
              <a:t>• Background music, collision and reward sound effects</a:t>
            </a:r>
          </a:p>
        </p:txBody>
      </p:sp>
      <p:pic>
        <p:nvPicPr>
          <p:cNvPr id="29" name="Picture 28" descr="fruit_logo_c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4392" y="3246120"/>
            <a:ext cx="4419888" cy="3499078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DECA2753-D8AF-15AD-9EAE-51ABD2F53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1611" y="228600"/>
            <a:ext cx="2590800" cy="7715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7A41C"/>
                </a:solidFill>
                <a:latin typeface="Aptos"/>
              </a:rPr>
              <a:t>SECTION 03 · PROJECT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F2B5E"/>
                </a:solidFill>
                <a:latin typeface="Aptos"/>
              </a:rPr>
              <a:t>Fruit Merge – Features &amp; Outcomes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54480"/>
            <a:ext cx="2514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D7A41C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F2B5E"/>
                </a:solidFill>
                <a:latin typeface="Aptos"/>
              </a:rPr>
              <a:t>Fruit stages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864"/>
                </a:solidFill>
                <a:latin typeface="Aptos"/>
              </a:rPr>
              <a:t>Fruit0 through Fruit9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554480"/>
            <a:ext cx="2514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11880" y="1755648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D7A41C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33172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F2B5E"/>
                </a:solidFill>
                <a:latin typeface="Aptos"/>
              </a:rPr>
              <a:t>Core layouts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6974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864"/>
                </a:solidFill>
                <a:latin typeface="Aptos"/>
              </a:rPr>
              <a:t>Main, Game, 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2514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755648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D7A41C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33172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F2B5E"/>
                </a:solidFill>
                <a:latin typeface="Aptos"/>
              </a:rPr>
              <a:t>Gameplay aids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974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864"/>
                </a:solidFill>
                <a:latin typeface="Aptos"/>
              </a:rPr>
              <a:t>Swap and Blast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554480"/>
            <a:ext cx="2514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81160" y="1755648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D7A41C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33172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F2B5E"/>
                </a:solidFill>
                <a:latin typeface="Aptos"/>
              </a:rPr>
              <a:t>Score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6974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864"/>
                </a:solidFill>
                <a:latin typeface="Aptos"/>
              </a:rPr>
              <a:t>Live score display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794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D7A41C"/>
                </a:solidFill>
                <a:latin typeface="Aptos"/>
              </a:rPr>
              <a:t>Why it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20624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2D32"/>
                </a:solidFill>
                <a:latin typeface="Aptos"/>
              </a:rPr>
              <a:t>The project demonstrates how event-driven gameplay, physics and collision logic can be combined with scoring, audio and interface feedback to create a complete mobile puzzle experience.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67160" y="6510528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864"/>
                </a:solidFill>
                <a:latin typeface="Aptos"/>
              </a:rPr>
              <a:t>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4646C"/>
                </a:solidFill>
                <a:latin typeface="Aptos"/>
              </a:rPr>
              <a:t>7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8552334-9E04-4840-6F70-036FB0BE4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1611" y="228600"/>
            <a:ext cx="2590800" cy="7715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7A41C"/>
                </a:solidFill>
                <a:latin typeface="Aptos"/>
              </a:rPr>
              <a:t>SECTION 04 · PROJECT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F2B5E"/>
                </a:solidFill>
                <a:latin typeface="Aptos"/>
              </a:rPr>
              <a:t>Ball Sort – Problem &amp;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6304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B5E"/>
                </a:solidFill>
                <a:latin typeface="Aptos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864"/>
                </a:solidFill>
                <a:latin typeface="Aptos"/>
              </a:rPr>
              <a:t>The game must manage selectable balls, valid drop locations, cup capacity, moves, timing and level completion while keeping the puzzle interaction clear and responsive.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9164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555864"/>
                </a:solidFill>
                <a:latin typeface="Aptos"/>
              </a:defRPr>
            </a:pPr>
            <a:r>
              <a:rPr>
                <a:solidFill>
                  <a:srgbClr val="2D2D32"/>
                </a:solidFill>
                <a:latin typeface="Aptos"/>
              </a:rPr>
              <a:t>• Move colored balls between cups</a:t>
            </a:r>
          </a:p>
          <a:p>
            <a:pPr>
              <a:spcAft>
                <a:spcPts val="900"/>
              </a:spcAft>
              <a:defRPr sz="1500">
                <a:solidFill>
                  <a:srgbClr val="555864"/>
                </a:solidFill>
                <a:latin typeface="Aptos"/>
              </a:defRPr>
            </a:pPr>
            <a:r>
              <a:rPr>
                <a:solidFill>
                  <a:srgbClr val="2D2D32"/>
                </a:solidFill>
                <a:latin typeface="Aptos"/>
              </a:rPr>
              <a:t>• Manage selection, dragging and dropping states</a:t>
            </a:r>
          </a:p>
          <a:p>
            <a:pPr>
              <a:spcAft>
                <a:spcPts val="900"/>
              </a:spcAft>
              <a:defRPr sz="1500">
                <a:solidFill>
                  <a:srgbClr val="555864"/>
                </a:solidFill>
                <a:latin typeface="Aptos"/>
              </a:defRPr>
            </a:pPr>
            <a:r>
              <a:rPr>
                <a:solidFill>
                  <a:srgbClr val="2D2D32"/>
                </a:solidFill>
                <a:latin typeface="Aptos"/>
              </a:rPr>
              <a:t>• Respect the four-ball cup capacity</a:t>
            </a:r>
          </a:p>
          <a:p>
            <a:pPr>
              <a:spcAft>
                <a:spcPts val="900"/>
              </a:spcAft>
              <a:defRPr sz="1500">
                <a:solidFill>
                  <a:srgbClr val="555864"/>
                </a:solidFill>
                <a:latin typeface="Aptos"/>
              </a:defRPr>
            </a:pPr>
            <a:r>
              <a:rPr>
                <a:solidFill>
                  <a:srgbClr val="2D2D32"/>
                </a:solidFill>
                <a:latin typeface="Aptos"/>
              </a:rPr>
              <a:t>• Track moves and elapsed time</a:t>
            </a:r>
          </a:p>
          <a:p>
            <a:pPr>
              <a:spcAft>
                <a:spcPts val="900"/>
              </a:spcAft>
              <a:defRPr sz="1500">
                <a:solidFill>
                  <a:srgbClr val="555864"/>
                </a:solidFill>
                <a:latin typeface="Aptos"/>
              </a:defRPr>
            </a:pPr>
            <a:r>
              <a:rPr>
                <a:solidFill>
                  <a:srgbClr val="2D2D32"/>
                </a:solidFill>
                <a:latin typeface="Aptos"/>
              </a:rPr>
              <a:t>• Progress to the next level on completion</a:t>
            </a:r>
          </a:p>
          <a:p>
            <a:pPr>
              <a:spcAft>
                <a:spcPts val="900"/>
              </a:spcAft>
              <a:defRPr sz="1500">
                <a:solidFill>
                  <a:srgbClr val="555864"/>
                </a:solidFill>
                <a:latin typeface="Aptos"/>
              </a:defRPr>
            </a:pPr>
            <a:r>
              <a:rPr>
                <a:solidFill>
                  <a:srgbClr val="2D2D32"/>
                </a:solidFill>
                <a:latin typeface="Aptos"/>
              </a:rPr>
              <a:t>• Provide pause, reset, game-over and leaderboard flows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10528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864"/>
                </a:solidFill>
                <a:latin typeface="Aptos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4646C"/>
                </a:solidFill>
                <a:latin typeface="Aptos"/>
              </a:rPr>
              <a:t>8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81DA95C-5C96-63CB-EBE5-59AD13365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1611" y="228600"/>
            <a:ext cx="2590800" cy="7715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7A41C"/>
                </a:solidFill>
                <a:latin typeface="Aptos"/>
              </a:rPr>
              <a:t>SECTION 04 · PROJECT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F2B5E"/>
                </a:solidFill>
                <a:latin typeface="Aptos"/>
              </a:rPr>
              <a:t>Ball Sort – Architecture &amp; Technology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417320"/>
            <a:ext cx="1719072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1691640"/>
            <a:ext cx="112471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B5E"/>
                </a:solidFill>
                <a:latin typeface="Aptos"/>
              </a:rPr>
              <a:t>Idle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194560"/>
            <a:ext cx="987551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864"/>
                </a:solidFill>
                <a:latin typeface="Aptos"/>
              </a:rPr>
              <a:t>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57984" y="1847088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7A41C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1417320"/>
            <a:ext cx="1719072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112471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B5E"/>
                </a:solidFill>
                <a:latin typeface="Aptos"/>
              </a:rPr>
              <a:t>Ball Floating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2194560"/>
            <a:ext cx="987551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864"/>
                </a:solidFill>
                <a:latin typeface="Aptos"/>
              </a:rPr>
              <a:t>Selected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6512" y="1847088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7A41C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417320"/>
            <a:ext cx="1719072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36008" y="1691640"/>
            <a:ext cx="11247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B5E"/>
                </a:solidFill>
                <a:latin typeface="Aptos"/>
              </a:rPr>
              <a:t>Dragging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194560"/>
            <a:ext cx="98755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864"/>
                </a:solidFill>
                <a:latin typeface="Aptos"/>
              </a:rPr>
              <a:t>Moving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847088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7A41C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1417320"/>
            <a:ext cx="1719072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74536" y="1691640"/>
            <a:ext cx="11247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B5E"/>
                </a:solidFill>
                <a:latin typeface="Aptos"/>
              </a:rPr>
              <a:t>Dropping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4536" y="2194560"/>
            <a:ext cx="98755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864"/>
                </a:solidFill>
                <a:latin typeface="Aptos"/>
              </a:rPr>
              <a:t>Release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7" y="1847088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7A41C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93024" y="1417320"/>
            <a:ext cx="1719072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13064" y="1691640"/>
            <a:ext cx="11247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B5E"/>
                </a:solidFill>
                <a:latin typeface="Aptos"/>
              </a:rPr>
              <a:t>Check Complete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13064" y="2194560"/>
            <a:ext cx="98755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864"/>
                </a:solidFill>
                <a:latin typeface="Aptos"/>
              </a:rPr>
              <a:t>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12096" y="1847088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7A41C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31552" y="1417320"/>
            <a:ext cx="1719072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451592" y="1691640"/>
            <a:ext cx="11247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B5E"/>
                </a:solidFill>
                <a:latin typeface="Aptos"/>
              </a:rPr>
              <a:t>Level Complete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51592" y="2194560"/>
            <a:ext cx="98755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864"/>
                </a:solidFill>
                <a:latin typeface="Aptos"/>
              </a:rPr>
              <a:t>Progress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154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2B5E"/>
                </a:solidFill>
                <a:latin typeface="Aptos"/>
              </a:rPr>
              <a:t>Supporting systems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571911"/>
            <a:ext cx="64008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555864"/>
                </a:solidFill>
                <a:latin typeface="Aptos"/>
              </a:defRPr>
            </a:pPr>
            <a:r>
              <a:rPr>
                <a:solidFill>
                  <a:srgbClr val="2D2D32"/>
                </a:solidFill>
                <a:latin typeface="Aptos"/>
              </a:rPr>
              <a:t>• 7 layouts: Title Screen, Game, GameOver, SubmitScore, ViewLeaderboards, ScreenSaver and PauseMenu</a:t>
            </a:r>
          </a:p>
          <a:p>
            <a:pPr>
              <a:spcAft>
                <a:spcPts val="900"/>
              </a:spcAft>
              <a:defRPr sz="1250">
                <a:solidFill>
                  <a:srgbClr val="555864"/>
                </a:solidFill>
                <a:latin typeface="Aptos"/>
              </a:defRPr>
            </a:pPr>
            <a:r>
              <a:rPr>
                <a:solidFill>
                  <a:srgbClr val="2D2D32"/>
                </a:solidFill>
                <a:latin typeface="Aptos"/>
              </a:rPr>
              <a:t>• External events: GameLogic, ExplodeCup, DropBall, GDevelopLogo and ButtonEffects</a:t>
            </a:r>
          </a:p>
          <a:p>
            <a:pPr>
              <a:spcAft>
                <a:spcPts val="900"/>
              </a:spcAft>
              <a:defRPr sz="1250">
                <a:solidFill>
                  <a:srgbClr val="555864"/>
                </a:solidFill>
                <a:latin typeface="Aptos"/>
              </a:defRPr>
            </a:pPr>
            <a:r>
              <a:rPr>
                <a:solidFill>
                  <a:srgbClr val="2D2D32"/>
                </a:solidFill>
                <a:latin typeface="Aptos"/>
              </a:rPr>
              <a:t>• Variables: CurrentLevel, MovesMade, PlayTimer and MaxBallsPerCup = 4</a:t>
            </a:r>
          </a:p>
          <a:p>
            <a:pPr>
              <a:spcAft>
                <a:spcPts val="900"/>
              </a:spcAft>
              <a:defRPr sz="1250">
                <a:solidFill>
                  <a:srgbClr val="555864"/>
                </a:solidFill>
                <a:latin typeface="Aptos"/>
              </a:defRPr>
            </a:pPr>
            <a:r>
              <a:rPr>
                <a:solidFill>
                  <a:srgbClr val="2D2D32"/>
                </a:solidFill>
                <a:latin typeface="Aptos"/>
              </a:rPr>
              <a:t>• Extensions include ExtendedMath, Sticker, RepeatEveryXSeconds, CameraShake and CopyCameraSettings</a:t>
            </a:r>
          </a:p>
        </p:txBody>
      </p:sp>
      <p:pic>
        <p:nvPicPr>
          <p:cNvPr id="29" name="Picture 28" descr="ball_thumb_c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246120"/>
            <a:ext cx="3794760" cy="3004185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E3543287-7AB5-74C4-1CEE-654DF843C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1611" y="228600"/>
            <a:ext cx="2590800" cy="7715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7A41C"/>
                </a:solidFill>
                <a:latin typeface="Aptos"/>
              </a:rPr>
              <a:t>SECTION 04 · PROJECT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F2B5E"/>
                </a:solidFill>
                <a:latin typeface="Aptos"/>
              </a:rPr>
              <a:t>Ball Sort – Features &amp; Outcomes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6304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100" b="1">
                <a:solidFill>
                  <a:srgbClr val="D7A41C"/>
                </a:solidFill>
                <a:latin typeface="Aptos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783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2B5E"/>
                </a:solidFill>
                <a:latin typeface="Aptos"/>
              </a:rPr>
              <a:t>Max balls / cup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2128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864"/>
                </a:solidFill>
                <a:latin typeface="Aptos"/>
              </a:rPr>
              <a:t>Capacity 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100" b="1">
                <a:solidFill>
                  <a:srgbClr val="D7A41C"/>
                </a:solidFill>
                <a:latin typeface="Aptos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1783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2B5E"/>
                </a:solidFill>
                <a:latin typeface="Aptos"/>
              </a:rPr>
              <a:t>Ball variants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2128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864"/>
                </a:solidFill>
                <a:latin typeface="Aptos"/>
              </a:rPr>
              <a:t>Ball_1 to Ball_6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42900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749039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100" b="1">
                <a:solidFill>
                  <a:srgbClr val="D7A41C"/>
                </a:solidFill>
                <a:latin typeface="Aptos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7490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2B5E"/>
                </a:solidFill>
                <a:latin typeface="Aptos"/>
              </a:rPr>
              <a:t>Layouts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1788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864"/>
                </a:solidFill>
                <a:latin typeface="Aptos"/>
              </a:rPr>
              <a:t>Multiple game screens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42900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3749039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100" b="1">
                <a:solidFill>
                  <a:srgbClr val="D7A41C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37490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2B5E"/>
                </a:solidFill>
                <a:latin typeface="Aptos"/>
              </a:rPr>
              <a:t>Progress 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41788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864"/>
                </a:solidFill>
                <a:latin typeface="Aptos"/>
              </a:rPr>
              <a:t>Moves +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235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2B5E"/>
                </a:solidFill>
                <a:latin typeface="Aptos"/>
              </a:rPr>
              <a:t>Additional player-facing systems: pause/resume, reset progress, game-over, score submission and leaderboard screens.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67160" y="6510528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864"/>
                </a:solidFill>
                <a:latin typeface="Aptos"/>
              </a:rPr>
              <a:t>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4646C"/>
                </a:solidFill>
                <a:latin typeface="Aptos"/>
              </a:rPr>
              <a:t>10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3D024C4-2C9A-068F-32FD-8141B60DF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1611" y="228600"/>
            <a:ext cx="2590800" cy="7715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7A41C"/>
                </a:solidFill>
                <a:latin typeface="Aptos"/>
              </a:rPr>
              <a:t>SECTION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F2B5E"/>
                </a:solidFill>
                <a:latin typeface="Aptos"/>
              </a:rPr>
              <a:t>Testing &amp; Debugging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B5E"/>
                </a:solidFill>
                <a:latin typeface="Aptos"/>
              </a:rPr>
              <a:t>Fruit Merge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572000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864"/>
                </a:solidFill>
                <a:latin typeface="Aptos"/>
              </a:rPr>
              <a:t>Testing focused on the interaction between player input, physics and event conditions. Key checks included fruit drops, boundary behavior, matching collisions, next-fruit generation, score updates, add-ons and game-over transitions.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79" y="1691640"/>
            <a:ext cx="4709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B5E"/>
                </a:solidFill>
                <a:latin typeface="Aptos"/>
              </a:rPr>
              <a:t>Ball Sort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79" y="2194560"/>
            <a:ext cx="4572000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864"/>
                </a:solidFill>
                <a:latin typeface="Aptos"/>
              </a:rPr>
              <a:t>Testing focused on the complete move state flow: selection, dragging, valid/invalid drops, cup capacity, move count, timer, level completion, pause/reset, and navigation through game-over and leaderboard screens.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035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7A41C"/>
                </a:solidFill>
                <a:latin typeface="Aptos"/>
              </a:rPr>
              <a:t>Testing mindset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6016752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864"/>
                </a:solidFill>
                <a:latin typeface="Aptos"/>
              </a:rPr>
              <a:t>Functional correctness  •  Player interaction  •  UI feedback  •  Audio/animation  •  Screen transitions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67160" y="6510528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864"/>
                </a:solidFill>
                <a:latin typeface="Aptos"/>
              </a:rPr>
              <a:t>11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4646C"/>
                </a:solidFill>
                <a:latin typeface="Aptos"/>
              </a:rPr>
              <a:t>11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9E14CB8-6206-3148-5B0A-551B47477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1611" y="228600"/>
            <a:ext cx="2590800" cy="7715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7A41C"/>
                </a:solidFill>
                <a:latin typeface="Aptos"/>
              </a:rPr>
              <a:t>SECTION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F2B5E"/>
                </a:solidFill>
                <a:latin typeface="Aptos"/>
              </a:rPr>
              <a:t>Skills &amp; Learning Outcomes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5349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77240" y="1554480"/>
            <a:ext cx="438912" cy="438912"/>
          </a:xfrm>
          <a:prstGeom prst="ellipse">
            <a:avLst/>
          </a:prstGeom>
          <a:solidFill>
            <a:srgbClr val="1F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7A41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00200"/>
            <a:ext cx="42519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B5E"/>
                </a:solidFill>
                <a:latin typeface="Aptos"/>
              </a:rPr>
              <a:t>Game Engine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03120"/>
            <a:ext cx="41147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864"/>
                </a:solidFill>
                <a:latin typeface="Aptos"/>
              </a:rPr>
              <a:t>GDevelop layouts, objects, events, variables and extensions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79" y="1325880"/>
            <a:ext cx="5349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583679" y="1554480"/>
            <a:ext cx="438912" cy="438912"/>
          </a:xfrm>
          <a:prstGeom prst="ellipse">
            <a:avLst/>
          </a:prstGeom>
          <a:solidFill>
            <a:srgbClr val="1F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79" y="1627632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7A41C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600200"/>
            <a:ext cx="42519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B5E"/>
                </a:solidFill>
                <a:latin typeface="Aptos"/>
              </a:rPr>
              <a:t>Gameplay Programming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103120"/>
            <a:ext cx="41147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864"/>
                </a:solidFill>
                <a:latin typeface="Aptos"/>
              </a:rPr>
              <a:t>Input, collisions, state transitions, scoring, levels and timers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80360"/>
            <a:ext cx="5349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77240" y="3108960"/>
            <a:ext cx="438912" cy="438912"/>
          </a:xfrm>
          <a:prstGeom prst="ellipse">
            <a:avLst/>
          </a:prstGeom>
          <a:solidFill>
            <a:srgbClr val="1F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182112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7A41C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154679"/>
            <a:ext cx="42519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B5E"/>
                </a:solidFill>
                <a:latin typeface="Aptos"/>
              </a:rPr>
              <a:t>UI &amp; UX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657600"/>
            <a:ext cx="41147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864"/>
                </a:solidFill>
                <a:latin typeface="Aptos"/>
              </a:rPr>
              <a:t>Menus, buttons, counters, overlays and navigation flows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79" y="2880360"/>
            <a:ext cx="5349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583679" y="3108960"/>
            <a:ext cx="438912" cy="438912"/>
          </a:xfrm>
          <a:prstGeom prst="ellipse">
            <a:avLst/>
          </a:prstGeom>
          <a:solidFill>
            <a:srgbClr val="1F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79" y="3182112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7A41C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154679"/>
            <a:ext cx="42519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B5E"/>
                </a:solidFill>
                <a:latin typeface="Aptos"/>
              </a:rPr>
              <a:t>Audio &amp; Effects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657600"/>
            <a:ext cx="41147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864"/>
                </a:solidFill>
                <a:latin typeface="Aptos"/>
              </a:rPr>
              <a:t>Music, sound effects, animations, particles and camera effects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434840"/>
            <a:ext cx="5349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77240" y="4663440"/>
            <a:ext cx="438912" cy="438912"/>
          </a:xfrm>
          <a:prstGeom prst="ellipse">
            <a:avLst/>
          </a:prstGeom>
          <a:solidFill>
            <a:srgbClr val="1F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4736592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7A41C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709159"/>
            <a:ext cx="42519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B5E"/>
                </a:solidFill>
                <a:latin typeface="Aptos"/>
              </a:rPr>
              <a:t>Debugging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212079"/>
            <a:ext cx="41147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864"/>
                </a:solidFill>
                <a:latin typeface="Aptos"/>
              </a:rPr>
              <a:t>Testing event conditions, object interactions and gameplay states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79" y="4434840"/>
            <a:ext cx="5349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583679" y="4663440"/>
            <a:ext cx="438912" cy="438912"/>
          </a:xfrm>
          <a:prstGeom prst="ellipse">
            <a:avLst/>
          </a:prstGeom>
          <a:solidFill>
            <a:srgbClr val="1F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3679" y="4736592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7A41C"/>
                </a:solidFill>
                <a:latin typeface="Apto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4709159"/>
            <a:ext cx="42519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B5E"/>
                </a:solidFill>
                <a:latin typeface="Aptos"/>
              </a:rPr>
              <a:t>Mobile Development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5212079"/>
            <a:ext cx="41147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864"/>
                </a:solidFill>
                <a:latin typeface="Aptos"/>
              </a:rPr>
              <a:t>Portrait-oriented Android game development and build preparation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67160" y="6510528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864"/>
                </a:solidFill>
                <a:latin typeface="Aptos"/>
              </a:rPr>
              <a:t>12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4646C"/>
                </a:solidFill>
                <a:latin typeface="Aptos"/>
              </a:rPr>
              <a:t>12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845507EF-C722-27D9-D185-82B891AAE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1611" y="228600"/>
            <a:ext cx="2590800" cy="7715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7A41C"/>
                </a:solidFill>
                <a:latin typeface="Aptos"/>
              </a:rPr>
              <a:t>SECTION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F2B5E"/>
                </a:solidFill>
                <a:latin typeface="Aptos"/>
              </a:rPr>
              <a:t>Overall Outcomes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251460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D7A41C"/>
                </a:solidFill>
                <a:latin typeface="Apto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2B5E"/>
                </a:solidFill>
                <a:latin typeface="Aptos"/>
              </a:rPr>
              <a:t>Mobile puzzle games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187451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864"/>
                </a:solidFill>
                <a:latin typeface="Aptos"/>
              </a:rPr>
              <a:t>Completed practical development work on two game projects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508760"/>
            <a:ext cx="251460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11880" y="182880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D7A41C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60604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2B5E"/>
                </a:solidFill>
                <a:latin typeface="Aptos"/>
              </a:rPr>
              <a:t>Game engine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3246120"/>
            <a:ext cx="187451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864"/>
                </a:solidFill>
                <a:latin typeface="Aptos"/>
              </a:rPr>
              <a:t>Built experience with event-driven GDevelop development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251460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1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82880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D7A41C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0604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2B5E"/>
                </a:solidFill>
                <a:latin typeface="Aptos"/>
              </a:rPr>
              <a:t>Major gameplay systems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246120"/>
            <a:ext cx="187451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864"/>
                </a:solidFill>
                <a:latin typeface="Aptos"/>
              </a:rPr>
              <a:t>Physics/collision merge logic and sorting/state logic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182880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D7A41C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60604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2B5E"/>
                </a:solidFill>
                <a:latin typeface="Aptos"/>
              </a:rPr>
              <a:t>Internship cycle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246120"/>
            <a:ext cx="187451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864"/>
                </a:solidFill>
                <a:latin typeface="Aptos"/>
              </a:rPr>
              <a:t>Exposure to development, testing, debugging and Android build preparation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166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2B5E"/>
                </a:solidFill>
                <a:latin typeface="Aptos"/>
              </a:rPr>
              <a:t>The internship connected programming concepts with practical interactive software development and mobile-game workflows.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67160" y="6510528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864"/>
                </a:solidFill>
                <a:latin typeface="Aptos"/>
              </a:rPr>
              <a:t>13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F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4646C"/>
                </a:solidFill>
                <a:latin typeface="Aptos"/>
              </a:rPr>
              <a:t>13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E14B0FA-76E1-4705-D2BB-0387D9F5B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1611" y="228600"/>
            <a:ext cx="2590800" cy="7715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7A41C"/>
                </a:solidFill>
                <a:latin typeface="Aptos"/>
              </a:rPr>
              <a:t>SECTION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D2D32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D2D32"/>
                </a:solidFill>
                <a:latin typeface="Aptos"/>
              </a:rPr>
              <a:t>The internship provided hands-on experience across the mobile game development cycle.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241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DCE0EB"/>
                </a:solidFill>
                <a:latin typeface="Aptos"/>
              </a:defRPr>
            </a:pPr>
            <a:r>
              <a:rPr>
                <a:solidFill>
                  <a:srgbClr val="2D2D32"/>
                </a:solidFill>
                <a:latin typeface="Aptos"/>
              </a:rPr>
              <a:t>• Fruit Merge strengthened understanding of physics-based interaction, collision-driven progression and scoring.</a:t>
            </a:r>
          </a:p>
          <a:p>
            <a:pPr>
              <a:spcAft>
                <a:spcPts val="900"/>
              </a:spcAft>
              <a:defRPr sz="1500">
                <a:solidFill>
                  <a:srgbClr val="DCE0EB"/>
                </a:solidFill>
                <a:latin typeface="Aptos"/>
              </a:defRPr>
            </a:pPr>
            <a:r>
              <a:rPr>
                <a:solidFill>
                  <a:srgbClr val="2D2D32"/>
                </a:solidFill>
                <a:latin typeface="Aptos"/>
              </a:rPr>
              <a:t>• Ball Sort strengthened understanding of puzzle-state management, drag/drop interaction, levels, timers and moves.</a:t>
            </a:r>
          </a:p>
          <a:p>
            <a:pPr>
              <a:spcAft>
                <a:spcPts val="900"/>
              </a:spcAft>
              <a:defRPr sz="1500">
                <a:solidFill>
                  <a:srgbClr val="DCE0EB"/>
                </a:solidFill>
                <a:latin typeface="Aptos"/>
              </a:defRPr>
            </a:pPr>
            <a:r>
              <a:rPr>
                <a:solidFill>
                  <a:srgbClr val="2D2D32"/>
                </a:solidFill>
                <a:latin typeface="Aptos"/>
              </a:rPr>
              <a:t>• Both projects provided practical exposure to UI, audio, animation, testing and debugging.</a:t>
            </a:r>
          </a:p>
          <a:p>
            <a:pPr>
              <a:spcAft>
                <a:spcPts val="900"/>
              </a:spcAft>
              <a:defRPr sz="1500">
                <a:solidFill>
                  <a:srgbClr val="DCE0EB"/>
                </a:solidFill>
                <a:latin typeface="Aptos"/>
              </a:defRPr>
            </a:pPr>
            <a:r>
              <a:rPr>
                <a:solidFill>
                  <a:srgbClr val="2D2D32"/>
                </a:solidFill>
                <a:latin typeface="Aptos"/>
              </a:rPr>
              <a:t>• The internship also included Android and Play-Store-ready build preparation responsibilities.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559552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7A41C"/>
                </a:solidFill>
                <a:latin typeface="Aptos"/>
              </a:rPr>
              <a:t>Game Development  •  GDevelop  •  Testing  •  Debugging  •  Android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510528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864"/>
                </a:solidFill>
                <a:latin typeface="Aptos"/>
              </a:rPr>
              <a:t>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4646C"/>
                </a:solidFill>
                <a:latin typeface="Aptos"/>
              </a:rPr>
              <a:t>14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041AEAD-0370-2A98-97C8-41233487A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1611" y="228600"/>
            <a:ext cx="2590800" cy="7715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7328" y="2931544"/>
            <a:ext cx="1108983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dirty="0">
                <a:solidFill>
                  <a:srgbClr val="2D2D32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3492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DD2E1"/>
                </a:solidFill>
                <a:latin typeface="Aptos"/>
              </a:rPr>
              <a:t>Ankit Kumar  ·  Game Developer Intern  ·  IBRA Digital Branding Services Pvt. Ltd.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7150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4BBD2"/>
                </a:solidFill>
                <a:latin typeface="Aptos"/>
              </a:rPr>
              <a:t>IILM University  ·  B.Tech CSE  ·  Batch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BE9119"/>
                </a:solidFill>
                <a:latin typeface="Aptos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57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dirty="0">
                <a:solidFill>
                  <a:srgbClr val="64646C"/>
                </a:solidFill>
                <a:latin typeface="Aptos"/>
              </a:rPr>
              <a:t>Anki</a:t>
            </a:r>
            <a:r>
              <a:rPr lang="en-IN" sz="1000" b="0" dirty="0">
                <a:solidFill>
                  <a:srgbClr val="64646C"/>
                </a:solidFill>
                <a:latin typeface="Aptos"/>
              </a:rPr>
              <a:t>t</a:t>
            </a:r>
            <a:r>
              <a:rPr sz="1000" b="0" dirty="0">
                <a:solidFill>
                  <a:srgbClr val="64646C"/>
                </a:solidFill>
                <a:latin typeface="Aptos"/>
              </a:rPr>
              <a:t> Kumar  •  Game Developer Intern  •  IBRA Digital Branding Services Pvt. Ltd.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235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646C"/>
                </a:solidFill>
                <a:latin typeface="Aptos"/>
              </a:rPr>
              <a:t>IILM University  •  B.Tech CSE  •  Batch 2026–27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4646C"/>
                </a:solidFill>
                <a:latin typeface="Aptos"/>
              </a:rPr>
              <a:t>15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34FD32F-B8E2-6939-7D23-4C8C293B9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1611" y="228600"/>
            <a:ext cx="2590800" cy="7715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677</TotalTime>
  <Words>1119</Words>
  <Application>Microsoft Office PowerPoint</Application>
  <PresentationFormat>Widescreen</PresentationFormat>
  <Paragraphs>230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Ankit Kumar</dc:creator>
  <cp:keywords/>
  <dc:description>generated using python-pptx</dc:description>
  <cp:lastModifiedBy>Ankit Kumar</cp:lastModifiedBy>
  <cp:revision>2</cp:revision>
  <dcterms:created xsi:type="dcterms:W3CDTF">2013-01-27T09:14:16Z</dcterms:created>
  <dcterms:modified xsi:type="dcterms:W3CDTF">2026-09-11T04:36:53Z</dcterms:modified>
  <cp:category/>
</cp:coreProperties>
</file>